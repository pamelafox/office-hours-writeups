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04"/>
  </p:normalViewPr>
  <p:slideViewPr>
    <p:cSldViewPr snapToGrid="0" snapToObjects="1">
      <p:cViewPr varScale="1">
        <p:scale>
          <a:sx n="138" d="100"/>
          <a:sy n="138" d="100"/>
        </p:scale>
        <p:origin x="1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</a:t>
            </a:r>
            <a:r>
              <a:rPr lang="en-US" sz="2200" b="1">
                <a:solidFill>
                  <a:srgbClr val="0B5ED7"/>
                </a:solidFill>
              </a:rPr>
              <a:t>: </a:t>
            </a:r>
            <a:r>
              <a:rPr sz="2200" b="1">
                <a:solidFill>
                  <a:srgbClr val="0B5ED7"/>
                </a:solidFill>
              </a:rPr>
              <a:t>Weekly News Roundup</a:t>
            </a:r>
            <a:r>
              <a:rPr lang="en-US" sz="2200" b="1">
                <a:solidFill>
                  <a:srgbClr val="0B5ED7"/>
                </a:solidFill>
              </a:rPr>
              <a:t>: </a:t>
            </a:r>
            <a:r>
              <a:rPr sz="2200" b="1">
                <a:solidFill>
                  <a:srgbClr val="0B5ED7"/>
                </a:solidFill>
              </a:rPr>
              <a:t>April 7,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3749039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Agent Framework 1.0.0 — 50+ samples</a:t>
            </a:r>
            <a:r>
              <a:rPr sz="1000">
                <a:solidFill>
                  <a:srgbClr val="6C757D"/>
                </a:solidFill>
              </a:rPr>
              <a:t>  github.com/Azure-Samples/python-agentframework-demos</a:t>
            </a: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1A1A1A"/>
                </a:solidFill>
              </a:rPr>
              <a:t>• Single-vector embedding limits (MS Research)</a:t>
            </a:r>
            <a:r>
              <a:rPr lang="en-US" sz="1000">
                <a:solidFill>
                  <a:srgbClr val="6C757D"/>
                </a:solidFill>
              </a:rPr>
              <a:t>  arxiv.org/abs/2603.29519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GitHub Copilot now works on Dependabot PRs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npx skills add — agent skills from GitHub repos</a:t>
            </a:r>
            <a:r>
              <a:rPr sz="1000">
                <a:solidFill>
                  <a:srgbClr val="6C757D"/>
                </a:solidFill>
              </a:rPr>
              <a:t>  npmjs.com/package/skills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VS Code AI Agent customization — Montemagno</a:t>
            </a:r>
            <a:r>
              <a:rPr sz="1000">
                <a:solidFill>
                  <a:srgbClr val="6C757D"/>
                </a:solidFill>
              </a:rPr>
              <a:t>  youtu.be/os2eqa69gko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822960"/>
            <a:ext cx="4079702" cy="2644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FastMCP built-in OpenTelemetry support</a:t>
            </a:r>
            <a:r>
              <a:rPr sz="1300">
                <a:solidFill>
                  <a:srgbClr val="6C757D"/>
                </a:solidFill>
              </a:rPr>
              <a:t>  </a:t>
            </a:r>
            <a:r>
              <a:rPr sz="1000">
                <a:solidFill>
                  <a:srgbClr val="6C757D"/>
                </a:solidFill>
              </a:rPr>
              <a:t>gofastmcp.com/servers/telemetry</a:t>
            </a:r>
            <a:endParaRPr lang="en-US" sz="10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1A1A1A"/>
                </a:solidFill>
              </a:rPr>
              <a:t>• MCP Dev Summit going global — 7 new cities</a:t>
            </a:r>
            <a:r>
              <a:rPr lang="en-US" sz="1300">
                <a:solidFill>
                  <a:srgbClr val="6C757D"/>
                </a:solidFill>
              </a:rPr>
              <a:t>  </a:t>
            </a:r>
            <a:br>
              <a:rPr lang="en-US" sz="800">
                <a:solidFill>
                  <a:srgbClr val="6C757D"/>
                </a:solidFill>
              </a:rPr>
            </a:br>
            <a:r>
              <a:rPr lang="en-US" sz="800">
                <a:solidFill>
                  <a:srgbClr val="6C757D"/>
                </a:solidFill>
              </a:rPr>
              <a:t>events.linuxfoundation.org/aaif-events</a:t>
            </a:r>
            <a:endParaRPr sz="10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X (Twitter) MCP Server released</a:t>
            </a:r>
            <a:r>
              <a:rPr sz="1000">
                <a:solidFill>
                  <a:srgbClr val="6C757D"/>
                </a:solidFill>
              </a:rPr>
              <a:t>  github.com/xdevplatform/xmcp</a:t>
            </a:r>
            <a:endParaRPr lang="en-US" sz="10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1A1A1A"/>
                </a:solidFill>
              </a:rPr>
              <a:t>• Ollama now powered by MLX on Apple Silicon</a:t>
            </a:r>
            <a:endParaRPr sz="130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Open models agent-capable: GLM-5 64% vs Opus 68%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Shopify's DSPy agent optimization journey</a:t>
            </a:r>
            <a:r>
              <a:rPr sz="1000">
                <a:solidFill>
                  <a:srgbClr val="6C757D"/>
                </a:solidFill>
              </a:rPr>
              <a:t>  youtube.com/watch?v=bxToahwOVpY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237" y="3259524"/>
            <a:ext cx="7808885" cy="134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Blog: MCP servers with Entra ID auth</a:t>
            </a:r>
            <a:r>
              <a:rPr sz="1000">
                <a:solidFill>
                  <a:srgbClr val="6C757D"/>
                </a:solidFill>
              </a:rPr>
              <a:t>  blog.pamelafox.org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Responses API migration PRs → gpt-5.4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Podcast: "Is context engineering the new RAG?"</a:t>
            </a:r>
            <a:r>
              <a:rPr sz="1000">
                <a:solidFill>
                  <a:srgbClr val="6C757D"/>
                </a:solidFill>
              </a:rPr>
              <a:t>  youtube.com/watch?v=wGpJdn8frYE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3037</TotalTime>
  <Words>217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2</cp:revision>
  <dcterms:created xsi:type="dcterms:W3CDTF">2013-01-27T09:14:16Z</dcterms:created>
  <dcterms:modified xsi:type="dcterms:W3CDTF">2026-04-09T20:43:22Z</dcterms:modified>
  <cp:category/>
</cp:coreProperties>
</file>