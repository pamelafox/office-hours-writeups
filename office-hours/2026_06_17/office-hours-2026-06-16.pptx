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crosoft/copilot-extensions" TargetMode="External"/><Relationship Id="rId3" Type="http://schemas.openxmlformats.org/officeDocument/2006/relationships/hyperlink" Target="https://learn.microsoft.com/en-us/azure/ai-services/agent-framework/" TargetMode="External"/><Relationship Id="rId4" Type="http://schemas.openxmlformats.org/officeDocument/2006/relationships/hyperlink" Target="https://azure.microsoft.com/en-us/products/ai-foundry/" TargetMode="External"/><Relationship Id="rId5" Type="http://schemas.openxmlformats.org/officeDocument/2006/relationships/hyperlink" Target="https://github.com/github/copilot-cli" TargetMode="External"/><Relationship Id="rId6" Type="http://schemas.openxmlformats.org/officeDocument/2006/relationships/hyperlink" Target="https://code.visualstudio.com" TargetMode="External"/><Relationship Id="rId7" Type="http://schemas.openxmlformats.org/officeDocument/2006/relationships/hyperlink" Target="https://learn.microsoft.com/en-us/azure/ai-services/agents/" TargetMode="External"/><Relationship Id="rId8" Type="http://schemas.openxmlformats.org/officeDocument/2006/relationships/hyperlink" Target="https://newsletter.pragmaticengineer.com/p/did-anthropics-new-model-just-boost" TargetMode="External"/><Relationship Id="rId9" Type="http://schemas.openxmlformats.org/officeDocument/2006/relationships/hyperlink" Target="https://globalai.community" TargetMode="External"/><Relationship Id="rId10" Type="http://schemas.openxmlformats.org/officeDocument/2006/relationships/hyperlink" Target="https://newsletter.pragmaticengineer.com" TargetMode="External"/><Relationship Id="rId11" Type="http://schemas.openxmlformats.org/officeDocument/2006/relationships/hyperlink" Target="https://pycoders.com/issues/739" TargetMode="External"/><Relationship Id="rId12" Type="http://schemas.openxmlformats.org/officeDocument/2006/relationships/hyperlink" Target="https://marcusonai.substack.com" TargetMode="External"/><Relationship Id="rId13" Type="http://schemas.openxmlformats.org/officeDocument/2006/relationships/hyperlink" Target="https://github.com/pamelafox/python-ai-office-hours" TargetMode="External"/><Relationship Id="rId14" Type="http://schemas.openxmlformats.org/officeDocument/2006/relationships/hyperlink" Target="https://github.com/pamelafox/python-foundryagent-demos" TargetMode="External"/><Relationship Id="rId15" Type="http://schemas.openxmlformats.org/officeDocument/2006/relationships/hyperlink" Target="https://github.com/Azure-Samples/python-agentframework-demos" TargetMode="External"/><Relationship Id="rId16" Type="http://schemas.openxmlformats.org/officeDocument/2006/relationships/hyperlink" Target="https://github.com/Microsoft-Foundry" TargetMode="External"/><Relationship Id="rId17" Type="http://schemas.openxmlformats.org/officeDocument/2006/relationships/hyperlink" Target="https://github.com/pamelafox/python-stack-foundry-model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0"/>
              </a:spcAft>
            </a:pPr>
            <a:r>
              <a:rPr sz="2200" b="1">
                <a:solidFill>
                  <a:srgbClr val="0B5ED7"/>
                </a:solidFill>
              </a:rPr>
              <a:t>🐍 Python + AI Office Hours — Weekly News Roundup — June 16,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374903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600" b="1">
                <a:solidFill>
                  <a:srgbClr val="6F2DA8"/>
                </a:solidFill>
              </a:rPr>
              <a:t>🏢 Microsoft / GitHub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Copilot SDK v1.0 GA across all languages</a:t>
            </a:r>
            <a:r>
              <a:rPr sz="1000">
                <a:solidFill>
                  <a:srgbClr val="6C757D"/>
                </a:solidFill>
                <a:hlinkClick r:id="rId2"/>
              </a:rPr>
              <a:t>  github.com/microsoft/copilot-extensions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Agent Framework runtime: hosted agents, harness, CodeAct</a:t>
            </a:r>
            <a:r>
              <a:rPr sz="1000">
                <a:solidFill>
                  <a:srgbClr val="6C757D"/>
                </a:solidFill>
                <a:hlinkClick r:id="rId3"/>
              </a:rPr>
              <a:t>  learn.microsoft.com/en-us/azure/ai-services/agent-framework/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Foundry IQ launched at Build 2026</a:t>
            </a:r>
            <a:r>
              <a:rPr sz="1000">
                <a:solidFill>
                  <a:srgbClr val="6C757D"/>
                </a:solidFill>
                <a:hlinkClick r:id="rId4"/>
              </a:rPr>
              <a:t>  azure.microsoft.com/en-us/products/ai-foundry/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Copilot CLI: multi-session, plugins, voice input</a:t>
            </a:r>
            <a:r>
              <a:rPr sz="1000">
                <a:solidFill>
                  <a:srgbClr val="6C757D"/>
                </a:solidFill>
                <a:hlinkClick r:id="rId5"/>
              </a:rPr>
              <a:t>  github.com/github/copilot-cli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VS Code 1.124 + AI model config UX</a:t>
            </a:r>
            <a:r>
              <a:rPr sz="1000">
                <a:solidFill>
                  <a:srgbClr val="6C757D"/>
                </a:solidFill>
                <a:hlinkClick r:id="rId6"/>
              </a:rPr>
              <a:t>  code.visualstudio.com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Fireworks AI on Foundry → GA</a:t>
            </a:r>
            <a:r>
              <a:rPr sz="1000">
                <a:solidFill>
                  <a:srgbClr val="6C757D"/>
                </a:solidFill>
                <a:hlinkClick r:id="rId7"/>
              </a:rPr>
              <a:t>  learn.microsoft.com/en-us/azure/ai-services/agents/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822960"/>
            <a:ext cx="3749039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600" b="1">
                <a:solidFill>
                  <a:srgbClr val="1A7F37"/>
                </a:solidFill>
              </a:rPr>
              <a:t>🌐 Industry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Anthropic Fable faces restrictions, rival Codex gains</a:t>
            </a:r>
            <a:r>
              <a:rPr sz="1000">
                <a:solidFill>
                  <a:srgbClr val="6C757D"/>
                </a:solidFill>
                <a:hlinkClick r:id="rId8"/>
              </a:rPr>
              <a:t>  newsletter.pragmaticengineer.com/p/did-anthropics-new-model-just-boost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US govt directive: Fable &amp; Mythos 5 suspend</a:t>
            </a:r>
            <a:r>
              <a:rPr sz="1000">
                <a:solidFill>
                  <a:srgbClr val="6C757D"/>
                </a:solidFill>
                <a:hlinkClick r:id="rId9"/>
              </a:rPr>
              <a:t>  globalai.community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Smart model routing trend accelerates</a:t>
            </a:r>
            <a:r>
              <a:rPr sz="1000">
                <a:solidFill>
                  <a:srgbClr val="6C757D"/>
                </a:solidFill>
                <a:hlinkClick r:id="rId10"/>
              </a:rPr>
              <a:t>  newsletter.pragmaticengineer.com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Python JIT #739 delayed by Steering Council</a:t>
            </a:r>
            <a:r>
              <a:rPr sz="1000">
                <a:solidFill>
                  <a:srgbClr val="6C757D"/>
                </a:solidFill>
                <a:hlinkClick r:id="rId11"/>
              </a:rPr>
              <a:t>  pycoders.com/issues/739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Meta AI org restructure amid AI competition</a:t>
            </a:r>
            <a:r>
              <a:rPr sz="1000">
                <a:solidFill>
                  <a:srgbClr val="6C757D"/>
                </a:solidFill>
                <a:hlinkClick r:id="rId10"/>
              </a:rPr>
              <a:t>  newsletter.pragmaticengineer.com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OpenAI's moat narrowing—competitors closing in</a:t>
            </a:r>
            <a:r>
              <a:rPr sz="1000">
                <a:solidFill>
                  <a:srgbClr val="6C757D"/>
                </a:solidFill>
                <a:hlinkClick r:id="rId12"/>
              </a:rPr>
              <a:t>  marcusonai.substack.com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822960"/>
            <a:ext cx="36576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600" b="1">
                <a:solidFill>
                  <a:srgbClr val="0D6EFD"/>
                </a:solidFill>
              </a:rPr>
              <a:t>👩‍💻 What I've Been Up To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Paused: python-ai-office-hours reorg</a:t>
            </a:r>
            <a:r>
              <a:rPr sz="1000">
                <a:solidFill>
                  <a:srgbClr val="6C757D"/>
                </a:solidFill>
                <a:hlinkClick r:id="rId13"/>
              </a:rPr>
              <a:t>  github.com/pamelafox/python-ai-office-hours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Building Foundry agent demos</a:t>
            </a:r>
            <a:r>
              <a:rPr sz="1000">
                <a:solidFill>
                  <a:srgbClr val="6C757D"/>
                </a:solidFill>
                <a:hlinkClick r:id="rId14"/>
              </a:rPr>
              <a:t>  github.com/pamelafox/python-foundryagent-demos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Agent framework sample exploration</a:t>
            </a:r>
            <a:r>
              <a:rPr sz="1000">
                <a:solidFill>
                  <a:srgbClr val="6C757D"/>
                </a:solidFill>
                <a:hlinkClick r:id="rId15"/>
              </a:rPr>
              <a:t>  github.com/Azure-Samples/python-agentframework-demos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Added to Foundry samples writers team</a:t>
            </a:r>
            <a:r>
              <a:rPr sz="1000">
                <a:solidFill>
                  <a:srgbClr val="6C757D"/>
                </a:solidFill>
                <a:hlinkClick r:id="rId16"/>
              </a:rPr>
              <a:t>  github.com/Microsoft-Foundry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1A"/>
                </a:solidFill>
              </a:rPr>
              <a:t>• Foundry Models + Claude/OpenAI stack</a:t>
            </a:r>
            <a:r>
              <a:rPr sz="1000">
                <a:solidFill>
                  <a:srgbClr val="6C757D"/>
                </a:solidFill>
                <a:hlinkClick r:id="rId17"/>
              </a:rPr>
              <a:t>  github.com/pamelafox/python-stack-foundry-models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